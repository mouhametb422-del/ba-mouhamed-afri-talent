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hamed BA" userId="8b9c67b3093a5d64" providerId="LiveId" clId="{2A1C8659-21B3-48B9-B601-30B4A4371AC0}"/>
    <pc:docChg chg="undo redo custSel addSld delSld modSld sldOrd">
      <pc:chgData name="Mouhamed BA" userId="8b9c67b3093a5d64" providerId="LiveId" clId="{2A1C8659-21B3-48B9-B601-30B4A4371AC0}" dt="2026-06-28T20:55:38.337" v="1711" actId="20577"/>
      <pc:docMkLst>
        <pc:docMk/>
      </pc:docMkLst>
      <pc:sldChg chg="modSp mod modTransition modAnim">
        <pc:chgData name="Mouhamed BA" userId="8b9c67b3093a5d64" providerId="LiveId" clId="{2A1C8659-21B3-48B9-B601-30B4A4371AC0}" dt="2026-06-28T20:33:29.516" v="1619"/>
        <pc:sldMkLst>
          <pc:docMk/>
          <pc:sldMk cId="487698146" sldId="256"/>
        </pc:sldMkLst>
        <pc:spChg chg="mod">
          <ac:chgData name="Mouhamed BA" userId="8b9c67b3093a5d64" providerId="LiveId" clId="{2A1C8659-21B3-48B9-B601-30B4A4371AC0}" dt="2026-06-28T20:20:47.980" v="1498" actId="207"/>
          <ac:spMkLst>
            <pc:docMk/>
            <pc:sldMk cId="487698146" sldId="256"/>
            <ac:spMk id="2" creationId="{F774A40D-81CC-7928-E50B-9CE0A93FBC74}"/>
          </ac:spMkLst>
        </pc:spChg>
        <pc:spChg chg="mod">
          <ac:chgData name="Mouhamed BA" userId="8b9c67b3093a5d64" providerId="LiveId" clId="{2A1C8659-21B3-48B9-B601-30B4A4371AC0}" dt="2026-06-28T20:19:08.105" v="1488" actId="20577"/>
          <ac:spMkLst>
            <pc:docMk/>
            <pc:sldMk cId="487698146" sldId="256"/>
            <ac:spMk id="3" creationId="{FD50FC6C-D163-9455-4E27-B2D39F2455F5}"/>
          </ac:spMkLst>
        </pc:spChg>
      </pc:sldChg>
      <pc:sldChg chg="modSp new mod modTransition modAnim">
        <pc:chgData name="Mouhamed BA" userId="8b9c67b3093a5d64" providerId="LiveId" clId="{2A1C8659-21B3-48B9-B601-30B4A4371AC0}" dt="2026-06-28T20:33:43.177" v="1622"/>
        <pc:sldMkLst>
          <pc:docMk/>
          <pc:sldMk cId="122362808" sldId="257"/>
        </pc:sldMkLst>
        <pc:spChg chg="mod">
          <ac:chgData name="Mouhamed BA" userId="8b9c67b3093a5d64" providerId="LiveId" clId="{2A1C8659-21B3-48B9-B601-30B4A4371AC0}" dt="2026-06-28T20:22:36.777" v="1505"/>
          <ac:spMkLst>
            <pc:docMk/>
            <pc:sldMk cId="122362808" sldId="257"/>
            <ac:spMk id="2" creationId="{A16E10D1-BA35-DEFC-FF21-C8C7B85DAEA5}"/>
          </ac:spMkLst>
        </pc:spChg>
        <pc:spChg chg="mod">
          <ac:chgData name="Mouhamed BA" userId="8b9c67b3093a5d64" providerId="LiveId" clId="{2A1C8659-21B3-48B9-B601-30B4A4371AC0}" dt="2026-06-28T20:22:36.777" v="1505"/>
          <ac:spMkLst>
            <pc:docMk/>
            <pc:sldMk cId="122362808" sldId="257"/>
            <ac:spMk id="3" creationId="{969CEF2C-44BA-7051-7C50-0D7335ED9673}"/>
          </ac:spMkLst>
        </pc:spChg>
      </pc:sldChg>
      <pc:sldChg chg="modSp new mod ord modTransition modAnim">
        <pc:chgData name="Mouhamed BA" userId="8b9c67b3093a5d64" providerId="LiveId" clId="{2A1C8659-21B3-48B9-B601-30B4A4371AC0}" dt="2026-06-28T20:33:51.144" v="1623"/>
        <pc:sldMkLst>
          <pc:docMk/>
          <pc:sldMk cId="3868905715" sldId="258"/>
        </pc:sldMkLst>
        <pc:spChg chg="mod">
          <ac:chgData name="Mouhamed BA" userId="8b9c67b3093a5d64" providerId="LiveId" clId="{2A1C8659-21B3-48B9-B601-30B4A4371AC0}" dt="2026-06-28T20:22:36.777" v="1505"/>
          <ac:spMkLst>
            <pc:docMk/>
            <pc:sldMk cId="3868905715" sldId="258"/>
            <ac:spMk id="2" creationId="{9CFD7ED5-6AAC-F613-12D7-7479AF8F0CFF}"/>
          </ac:spMkLst>
        </pc:spChg>
        <pc:spChg chg="mod">
          <ac:chgData name="Mouhamed BA" userId="8b9c67b3093a5d64" providerId="LiveId" clId="{2A1C8659-21B3-48B9-B601-30B4A4371AC0}" dt="2026-06-28T20:22:36.777" v="1505"/>
          <ac:spMkLst>
            <pc:docMk/>
            <pc:sldMk cId="3868905715" sldId="258"/>
            <ac:spMk id="3" creationId="{FC9C2A5C-FBB7-C4C4-D7D1-34D623C24218}"/>
          </ac:spMkLst>
        </pc:spChg>
      </pc:sldChg>
      <pc:sldChg chg="modSp new mod modTransition modAnim">
        <pc:chgData name="Mouhamed BA" userId="8b9c67b3093a5d64" providerId="LiveId" clId="{2A1C8659-21B3-48B9-B601-30B4A4371AC0}" dt="2026-06-28T20:55:38.337" v="1711" actId="20577"/>
        <pc:sldMkLst>
          <pc:docMk/>
          <pc:sldMk cId="3275959820" sldId="259"/>
        </pc:sldMkLst>
        <pc:spChg chg="mod">
          <ac:chgData name="Mouhamed BA" userId="8b9c67b3093a5d64" providerId="LiveId" clId="{2A1C8659-21B3-48B9-B601-30B4A4371AC0}" dt="2026-06-28T20:22:36.777" v="1505"/>
          <ac:spMkLst>
            <pc:docMk/>
            <pc:sldMk cId="3275959820" sldId="259"/>
            <ac:spMk id="2" creationId="{C482D384-3F29-656C-1CC6-4FBD6247A092}"/>
          </ac:spMkLst>
        </pc:spChg>
        <pc:spChg chg="mod">
          <ac:chgData name="Mouhamed BA" userId="8b9c67b3093a5d64" providerId="LiveId" clId="{2A1C8659-21B3-48B9-B601-30B4A4371AC0}" dt="2026-06-28T20:55:38.337" v="1711" actId="20577"/>
          <ac:spMkLst>
            <pc:docMk/>
            <pc:sldMk cId="3275959820" sldId="259"/>
            <ac:spMk id="3" creationId="{F7F6C36D-0D78-474F-EFDB-CBD096349503}"/>
          </ac:spMkLst>
        </pc:spChg>
      </pc:sldChg>
      <pc:sldChg chg="modSp new mod modTransition modAnim">
        <pc:chgData name="Mouhamed BA" userId="8b9c67b3093a5d64" providerId="LiveId" clId="{2A1C8659-21B3-48B9-B601-30B4A4371AC0}" dt="2026-06-28T20:34:13.635" v="1625"/>
        <pc:sldMkLst>
          <pc:docMk/>
          <pc:sldMk cId="2854380269" sldId="260"/>
        </pc:sldMkLst>
        <pc:spChg chg="mod">
          <ac:chgData name="Mouhamed BA" userId="8b9c67b3093a5d64" providerId="LiveId" clId="{2A1C8659-21B3-48B9-B601-30B4A4371AC0}" dt="2026-06-28T20:22:36.777" v="1505"/>
          <ac:spMkLst>
            <pc:docMk/>
            <pc:sldMk cId="2854380269" sldId="260"/>
            <ac:spMk id="2" creationId="{78236A6A-B61F-FBED-7194-5A001DABC425}"/>
          </ac:spMkLst>
        </pc:spChg>
        <pc:spChg chg="mod">
          <ac:chgData name="Mouhamed BA" userId="8b9c67b3093a5d64" providerId="LiveId" clId="{2A1C8659-21B3-48B9-B601-30B4A4371AC0}" dt="2026-06-28T19:00:15.179" v="960" actId="255"/>
          <ac:spMkLst>
            <pc:docMk/>
            <pc:sldMk cId="2854380269" sldId="260"/>
            <ac:spMk id="3" creationId="{452D3091-4349-4740-E441-37C4CD89E64C}"/>
          </ac:spMkLst>
        </pc:spChg>
      </pc:sldChg>
      <pc:sldChg chg="addSp delSp modSp new mod modTransition modAnim">
        <pc:chgData name="Mouhamed BA" userId="8b9c67b3093a5d64" providerId="LiveId" clId="{2A1C8659-21B3-48B9-B601-30B4A4371AC0}" dt="2026-06-28T20:34:54.552" v="1629"/>
        <pc:sldMkLst>
          <pc:docMk/>
          <pc:sldMk cId="884349824" sldId="261"/>
        </pc:sldMkLst>
        <pc:spChg chg="mod">
          <ac:chgData name="Mouhamed BA" userId="8b9c67b3093a5d64" providerId="LiveId" clId="{2A1C8659-21B3-48B9-B601-30B4A4371AC0}" dt="2026-06-28T20:17:59.924" v="1480" actId="14100"/>
          <ac:spMkLst>
            <pc:docMk/>
            <pc:sldMk cId="884349824" sldId="261"/>
            <ac:spMk id="2" creationId="{C5FE4C86-297E-FF9E-FCF2-0A34624C890D}"/>
          </ac:spMkLst>
        </pc:spChg>
        <pc:spChg chg="del">
          <ac:chgData name="Mouhamed BA" userId="8b9c67b3093a5d64" providerId="LiveId" clId="{2A1C8659-21B3-48B9-B601-30B4A4371AC0}" dt="2026-06-28T16:54:24.552" v="265" actId="931"/>
          <ac:spMkLst>
            <pc:docMk/>
            <pc:sldMk cId="884349824" sldId="261"/>
            <ac:spMk id="3" creationId="{34077E48-B3B3-978A-B73B-126D81FA1C0C}"/>
          </ac:spMkLst>
        </pc:spChg>
        <pc:picChg chg="add mod">
          <ac:chgData name="Mouhamed BA" userId="8b9c67b3093a5d64" providerId="LiveId" clId="{2A1C8659-21B3-48B9-B601-30B4A4371AC0}" dt="2026-06-28T17:01:50.186" v="307" actId="14100"/>
          <ac:picMkLst>
            <pc:docMk/>
            <pc:sldMk cId="884349824" sldId="261"/>
            <ac:picMk id="5" creationId="{788306E3-A162-DEED-2427-76EF7A50FB71}"/>
          </ac:picMkLst>
        </pc:picChg>
        <pc:picChg chg="add mod">
          <ac:chgData name="Mouhamed BA" userId="8b9c67b3093a5d64" providerId="LiveId" clId="{2A1C8659-21B3-48B9-B601-30B4A4371AC0}" dt="2026-06-28T20:18:00.427" v="1481" actId="1076"/>
          <ac:picMkLst>
            <pc:docMk/>
            <pc:sldMk cId="884349824" sldId="261"/>
            <ac:picMk id="7" creationId="{C213D45F-CADE-A85E-8471-7C5161B99689}"/>
          </ac:picMkLst>
        </pc:picChg>
        <pc:picChg chg="add mod">
          <ac:chgData name="Mouhamed BA" userId="8b9c67b3093a5d64" providerId="LiveId" clId="{2A1C8659-21B3-48B9-B601-30B4A4371AC0}" dt="2026-06-28T18:02:51.142" v="493" actId="1076"/>
          <ac:picMkLst>
            <pc:docMk/>
            <pc:sldMk cId="884349824" sldId="261"/>
            <ac:picMk id="9" creationId="{CE841247-552F-B4FE-3155-40BA79000AFC}"/>
          </ac:picMkLst>
        </pc:picChg>
        <pc:picChg chg="add del mod">
          <ac:chgData name="Mouhamed BA" userId="8b9c67b3093a5d64" providerId="LiveId" clId="{2A1C8659-21B3-48B9-B601-30B4A4371AC0}" dt="2026-06-28T18:02:40.383" v="492" actId="21"/>
          <ac:picMkLst>
            <pc:docMk/>
            <pc:sldMk cId="884349824" sldId="261"/>
            <ac:picMk id="11" creationId="{B411E8A1-3B5B-F7BD-A719-75427FE16E44}"/>
          </ac:picMkLst>
        </pc:picChg>
      </pc:sldChg>
      <pc:sldChg chg="modSp new mod modTransition modAnim">
        <pc:chgData name="Mouhamed BA" userId="8b9c67b3093a5d64" providerId="LiveId" clId="{2A1C8659-21B3-48B9-B601-30B4A4371AC0}" dt="2026-06-28T20:35:30.174" v="1631"/>
        <pc:sldMkLst>
          <pc:docMk/>
          <pc:sldMk cId="3065518387" sldId="262"/>
        </pc:sldMkLst>
        <pc:spChg chg="mod">
          <ac:chgData name="Mouhamed BA" userId="8b9c67b3093a5d64" providerId="LiveId" clId="{2A1C8659-21B3-48B9-B601-30B4A4371AC0}" dt="2026-06-28T20:24:44.424" v="1514" actId="20577"/>
          <ac:spMkLst>
            <pc:docMk/>
            <pc:sldMk cId="3065518387" sldId="262"/>
            <ac:spMk id="2" creationId="{ADAB0871-0C94-5811-B20D-6B054E3EEA90}"/>
          </ac:spMkLst>
        </pc:spChg>
        <pc:spChg chg="mod">
          <ac:chgData name="Mouhamed BA" userId="8b9c67b3093a5d64" providerId="LiveId" clId="{2A1C8659-21B3-48B9-B601-30B4A4371AC0}" dt="2026-06-28T20:22:36.777" v="1505"/>
          <ac:spMkLst>
            <pc:docMk/>
            <pc:sldMk cId="3065518387" sldId="262"/>
            <ac:spMk id="3" creationId="{66D50015-8381-D9FD-A479-307B03068689}"/>
          </ac:spMkLst>
        </pc:spChg>
      </pc:sldChg>
      <pc:sldChg chg="modSp new mod modTransition modAnim">
        <pc:chgData name="Mouhamed BA" userId="8b9c67b3093a5d64" providerId="LiveId" clId="{2A1C8659-21B3-48B9-B601-30B4A4371AC0}" dt="2026-06-28T20:35:56.466" v="1632"/>
        <pc:sldMkLst>
          <pc:docMk/>
          <pc:sldMk cId="4172653748" sldId="263"/>
        </pc:sldMkLst>
        <pc:spChg chg="mod">
          <ac:chgData name="Mouhamed BA" userId="8b9c67b3093a5d64" providerId="LiveId" clId="{2A1C8659-21B3-48B9-B601-30B4A4371AC0}" dt="2026-06-28T20:22:36.777" v="1505"/>
          <ac:spMkLst>
            <pc:docMk/>
            <pc:sldMk cId="4172653748" sldId="263"/>
            <ac:spMk id="2" creationId="{51A3004C-873E-653F-F4D8-DF8798ABE66A}"/>
          </ac:spMkLst>
        </pc:spChg>
        <pc:spChg chg="mod">
          <ac:chgData name="Mouhamed BA" userId="8b9c67b3093a5d64" providerId="LiveId" clId="{2A1C8659-21B3-48B9-B601-30B4A4371AC0}" dt="2026-06-28T19:07:36.402" v="1027" actId="20577"/>
          <ac:spMkLst>
            <pc:docMk/>
            <pc:sldMk cId="4172653748" sldId="263"/>
            <ac:spMk id="3" creationId="{1CA66524-A818-55D8-18A8-0F367B31ACE9}"/>
          </ac:spMkLst>
        </pc:spChg>
      </pc:sldChg>
      <pc:sldChg chg="addSp delSp modSp new mod modTransition modAnim">
        <pc:chgData name="Mouhamed BA" userId="8b9c67b3093a5d64" providerId="LiveId" clId="{2A1C8659-21B3-48B9-B601-30B4A4371AC0}" dt="2026-06-28T20:36:55.844" v="1641"/>
        <pc:sldMkLst>
          <pc:docMk/>
          <pc:sldMk cId="1844477444" sldId="264"/>
        </pc:sldMkLst>
        <pc:spChg chg="mod">
          <ac:chgData name="Mouhamed BA" userId="8b9c67b3093a5d64" providerId="LiveId" clId="{2A1C8659-21B3-48B9-B601-30B4A4371AC0}" dt="2026-06-28T20:22:36.777" v="1505"/>
          <ac:spMkLst>
            <pc:docMk/>
            <pc:sldMk cId="1844477444" sldId="264"/>
            <ac:spMk id="2" creationId="{083953D1-5D04-8ACF-554B-6BE7A30A4FA5}"/>
          </ac:spMkLst>
        </pc:spChg>
        <pc:spChg chg="mod">
          <ac:chgData name="Mouhamed BA" userId="8b9c67b3093a5d64" providerId="LiveId" clId="{2A1C8659-21B3-48B9-B601-30B4A4371AC0}" dt="2026-06-28T20:19:25.263" v="1491" actId="27636"/>
          <ac:spMkLst>
            <pc:docMk/>
            <pc:sldMk cId="1844477444" sldId="264"/>
            <ac:spMk id="3" creationId="{64FC9E97-44D7-14F8-B28E-D28DBC68E70A}"/>
          </ac:spMkLst>
        </pc:spChg>
        <pc:graphicFrameChg chg="add del modGraphic">
          <ac:chgData name="Mouhamed BA" userId="8b9c67b3093a5d64" providerId="LiveId" clId="{2A1C8659-21B3-48B9-B601-30B4A4371AC0}" dt="2026-06-28T19:56:30.468" v="1375" actId="27309"/>
          <ac:graphicFrameMkLst>
            <pc:docMk/>
            <pc:sldMk cId="1844477444" sldId="264"/>
            <ac:graphicFrameMk id="5" creationId="{327402D4-C4E0-8743-FE99-BAC679450030}"/>
          </ac:graphicFrameMkLst>
        </pc:graphicFrameChg>
      </pc:sldChg>
      <pc:sldChg chg="addSp delSp modSp new mod ord modTransition modAnim">
        <pc:chgData name="Mouhamed BA" userId="8b9c67b3093a5d64" providerId="LiveId" clId="{2A1C8659-21B3-48B9-B601-30B4A4371AC0}" dt="2026-06-28T20:28:51.612" v="1575"/>
        <pc:sldMkLst>
          <pc:docMk/>
          <pc:sldMk cId="1562258429" sldId="265"/>
        </pc:sldMkLst>
        <pc:spChg chg="mod">
          <ac:chgData name="Mouhamed BA" userId="8b9c67b3093a5d64" providerId="LiveId" clId="{2A1C8659-21B3-48B9-B601-30B4A4371AC0}" dt="2026-06-28T20:22:36.777" v="1505"/>
          <ac:spMkLst>
            <pc:docMk/>
            <pc:sldMk cId="1562258429" sldId="265"/>
            <ac:spMk id="2" creationId="{33B31696-695C-CF2E-7757-01605CF33BDA}"/>
          </ac:spMkLst>
        </pc:spChg>
        <pc:spChg chg="del">
          <ac:chgData name="Mouhamed BA" userId="8b9c67b3093a5d64" providerId="LiveId" clId="{2A1C8659-21B3-48B9-B601-30B4A4371AC0}" dt="2026-06-28T18:01:53.977" v="487" actId="931"/>
          <ac:spMkLst>
            <pc:docMk/>
            <pc:sldMk cId="1562258429" sldId="265"/>
            <ac:spMk id="3" creationId="{92054127-81D1-1B59-8178-AB13ACDA945B}"/>
          </ac:spMkLst>
        </pc:spChg>
        <pc:picChg chg="add mod">
          <ac:chgData name="Mouhamed BA" userId="8b9c67b3093a5d64" providerId="LiveId" clId="{2A1C8659-21B3-48B9-B601-30B4A4371AC0}" dt="2026-06-28T18:03:29.409" v="498" actId="14100"/>
          <ac:picMkLst>
            <pc:docMk/>
            <pc:sldMk cId="1562258429" sldId="265"/>
            <ac:picMk id="5" creationId="{23A77F70-C13D-C36D-A36C-6509E0316BB5}"/>
          </ac:picMkLst>
        </pc:picChg>
        <pc:picChg chg="add mod">
          <ac:chgData name="Mouhamed BA" userId="8b9c67b3093a5d64" providerId="LiveId" clId="{2A1C8659-21B3-48B9-B601-30B4A4371AC0}" dt="2026-06-28T18:03:47.515" v="501" actId="14100"/>
          <ac:picMkLst>
            <pc:docMk/>
            <pc:sldMk cId="1562258429" sldId="265"/>
            <ac:picMk id="11" creationId="{B411E8A1-3B5B-F7BD-A719-75427FE16E44}"/>
          </ac:picMkLst>
        </pc:picChg>
      </pc:sldChg>
      <pc:sldChg chg="modSp new mod modTransition modAnim">
        <pc:chgData name="Mouhamed BA" userId="8b9c67b3093a5d64" providerId="LiveId" clId="{2A1C8659-21B3-48B9-B601-30B4A4371AC0}" dt="2026-06-28T20:38:33.451" v="1664"/>
        <pc:sldMkLst>
          <pc:docMk/>
          <pc:sldMk cId="90949860" sldId="266"/>
        </pc:sldMkLst>
        <pc:spChg chg="mod">
          <ac:chgData name="Mouhamed BA" userId="8b9c67b3093a5d64" providerId="LiveId" clId="{2A1C8659-21B3-48B9-B601-30B4A4371AC0}" dt="2026-06-28T20:22:36.777" v="1505"/>
          <ac:spMkLst>
            <pc:docMk/>
            <pc:sldMk cId="90949860" sldId="266"/>
            <ac:spMk id="2" creationId="{B2F91606-8186-9212-020A-6CD3E3656A8F}"/>
          </ac:spMkLst>
        </pc:spChg>
        <pc:spChg chg="mod">
          <ac:chgData name="Mouhamed BA" userId="8b9c67b3093a5d64" providerId="LiveId" clId="{2A1C8659-21B3-48B9-B601-30B4A4371AC0}" dt="2026-06-28T20:22:36.777" v="1505"/>
          <ac:spMkLst>
            <pc:docMk/>
            <pc:sldMk cId="90949860" sldId="266"/>
            <ac:spMk id="3" creationId="{578C3C82-097F-D4D1-B4BA-51F8050688FD}"/>
          </ac:spMkLst>
        </pc:spChg>
      </pc:sldChg>
      <pc:sldChg chg="modSp new mod modTransition modAnim">
        <pc:chgData name="Mouhamed BA" userId="8b9c67b3093a5d64" providerId="LiveId" clId="{2A1C8659-21B3-48B9-B601-30B4A4371AC0}" dt="2026-06-28T20:39:18.694" v="1670"/>
        <pc:sldMkLst>
          <pc:docMk/>
          <pc:sldMk cId="2693130725" sldId="267"/>
        </pc:sldMkLst>
        <pc:spChg chg="mod">
          <ac:chgData name="Mouhamed BA" userId="8b9c67b3093a5d64" providerId="LiveId" clId="{2A1C8659-21B3-48B9-B601-30B4A4371AC0}" dt="2026-06-28T20:22:36.777" v="1505"/>
          <ac:spMkLst>
            <pc:docMk/>
            <pc:sldMk cId="2693130725" sldId="267"/>
            <ac:spMk id="2" creationId="{8CF2D3E4-3EC0-D5E4-EFF4-8347AC4FFA7E}"/>
          </ac:spMkLst>
        </pc:spChg>
        <pc:spChg chg="mod">
          <ac:chgData name="Mouhamed BA" userId="8b9c67b3093a5d64" providerId="LiveId" clId="{2A1C8659-21B3-48B9-B601-30B4A4371AC0}" dt="2026-06-28T20:22:36.777" v="1505"/>
          <ac:spMkLst>
            <pc:docMk/>
            <pc:sldMk cId="2693130725" sldId="267"/>
            <ac:spMk id="3" creationId="{C15DFF67-2F7A-AEB2-2877-A98DBF3BA49F}"/>
          </ac:spMkLst>
        </pc:spChg>
      </pc:sldChg>
      <pc:sldChg chg="modSp new mod modTransition modAnim">
        <pc:chgData name="Mouhamed BA" userId="8b9c67b3093a5d64" providerId="LiveId" clId="{2A1C8659-21B3-48B9-B601-30B4A4371AC0}" dt="2026-06-28T20:39:53.773" v="1673"/>
        <pc:sldMkLst>
          <pc:docMk/>
          <pc:sldMk cId="2564917297" sldId="268"/>
        </pc:sldMkLst>
        <pc:spChg chg="mod">
          <ac:chgData name="Mouhamed BA" userId="8b9c67b3093a5d64" providerId="LiveId" clId="{2A1C8659-21B3-48B9-B601-30B4A4371AC0}" dt="2026-06-28T20:22:36.777" v="1505"/>
          <ac:spMkLst>
            <pc:docMk/>
            <pc:sldMk cId="2564917297" sldId="268"/>
            <ac:spMk id="2" creationId="{03EBCE02-297E-50B3-D473-2A0D4B2114F8}"/>
          </ac:spMkLst>
        </pc:spChg>
        <pc:spChg chg="mod">
          <ac:chgData name="Mouhamed BA" userId="8b9c67b3093a5d64" providerId="LiveId" clId="{2A1C8659-21B3-48B9-B601-30B4A4371AC0}" dt="2026-06-28T20:22:36.777" v="1505"/>
          <ac:spMkLst>
            <pc:docMk/>
            <pc:sldMk cId="2564917297" sldId="268"/>
            <ac:spMk id="3" creationId="{776C5CF3-D576-3690-8637-15C33A140CF5}"/>
          </ac:spMkLst>
        </pc:spChg>
      </pc:sldChg>
      <pc:sldChg chg="addSp delSp modSp new mod modTransition modAnim">
        <pc:chgData name="Mouhamed BA" userId="8b9c67b3093a5d64" providerId="LiveId" clId="{2A1C8659-21B3-48B9-B601-30B4A4371AC0}" dt="2026-06-28T20:41:00.965" v="1683"/>
        <pc:sldMkLst>
          <pc:docMk/>
          <pc:sldMk cId="94847844" sldId="269"/>
        </pc:sldMkLst>
        <pc:spChg chg="mod">
          <ac:chgData name="Mouhamed BA" userId="8b9c67b3093a5d64" providerId="LiveId" clId="{2A1C8659-21B3-48B9-B601-30B4A4371AC0}" dt="2026-06-28T20:22:36.777" v="1505"/>
          <ac:spMkLst>
            <pc:docMk/>
            <pc:sldMk cId="94847844" sldId="269"/>
            <ac:spMk id="2" creationId="{DF4C2919-96AE-FFC7-CC4F-59D2B7AA630D}"/>
          </ac:spMkLst>
        </pc:spChg>
        <pc:spChg chg="add del mod">
          <ac:chgData name="Mouhamed BA" userId="8b9c67b3093a5d64" providerId="LiveId" clId="{2A1C8659-21B3-48B9-B601-30B4A4371AC0}" dt="2026-06-28T20:22:17.371" v="1504" actId="2711"/>
          <ac:spMkLst>
            <pc:docMk/>
            <pc:sldMk cId="94847844" sldId="269"/>
            <ac:spMk id="3" creationId="{8F64D794-864B-4273-0217-47A28BF184CB}"/>
          </ac:spMkLst>
        </pc:spChg>
        <pc:spChg chg="add del mod">
          <ac:chgData name="Mouhamed BA" userId="8b9c67b3093a5d64" providerId="LiveId" clId="{2A1C8659-21B3-48B9-B601-30B4A4371AC0}" dt="2026-06-28T19:32:25.409" v="1226" actId="478"/>
          <ac:spMkLst>
            <pc:docMk/>
            <pc:sldMk cId="94847844" sldId="269"/>
            <ac:spMk id="5" creationId="{3FA83D39-663A-2779-3178-326B4166F2DE}"/>
          </ac:spMkLst>
        </pc:spChg>
      </pc:sldChg>
      <pc:sldChg chg="modSp new mod modTransition modAnim">
        <pc:chgData name="Mouhamed BA" userId="8b9c67b3093a5d64" providerId="LiveId" clId="{2A1C8659-21B3-48B9-B601-30B4A4371AC0}" dt="2026-06-28T20:29:52.129" v="1616"/>
        <pc:sldMkLst>
          <pc:docMk/>
          <pc:sldMk cId="3312232872" sldId="270"/>
        </pc:sldMkLst>
        <pc:spChg chg="mod">
          <ac:chgData name="Mouhamed BA" userId="8b9c67b3093a5d64" providerId="LiveId" clId="{2A1C8659-21B3-48B9-B601-30B4A4371AC0}" dt="2026-06-28T20:22:36.777" v="1505"/>
          <ac:spMkLst>
            <pc:docMk/>
            <pc:sldMk cId="3312232872" sldId="270"/>
            <ac:spMk id="2" creationId="{3518E6C4-63E8-A603-4AAF-FCF7611047A8}"/>
          </ac:spMkLst>
        </pc:spChg>
        <pc:spChg chg="mod">
          <ac:chgData name="Mouhamed BA" userId="8b9c67b3093a5d64" providerId="LiveId" clId="{2A1C8659-21B3-48B9-B601-30B4A4371AC0}" dt="2026-06-28T20:22:36.777" v="1505"/>
          <ac:spMkLst>
            <pc:docMk/>
            <pc:sldMk cId="3312232872" sldId="270"/>
            <ac:spMk id="3" creationId="{212D127A-4EF7-533B-AE24-1EBBC4B6921B}"/>
          </ac:spMkLst>
        </pc:spChg>
      </pc:sldChg>
      <pc:sldChg chg="new del">
        <pc:chgData name="Mouhamed BA" userId="8b9c67b3093a5d64" providerId="LiveId" clId="{2A1C8659-21B3-48B9-B601-30B4A4371AC0}" dt="2026-06-28T20:55:31.961" v="1710" actId="680"/>
        <pc:sldMkLst>
          <pc:docMk/>
          <pc:sldMk cId="1728563419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178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7467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16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049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8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402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742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725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2698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27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7956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4431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844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3829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471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7154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286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B5FB195-926F-4629-9F50-B5B5EB660BB4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E15B1-A8B6-49D7-9F23-A29E06A3CA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0336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  <p:sldLayoutId id="21474840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mouhametb422-del.github.io/BA-MOUHAMED-AFRI-TALENT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74A40D-81CC-7928-E50B-9CE0A93FB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1241233"/>
          </a:xfrm>
        </p:spPr>
        <p:txBody>
          <a:bodyPr/>
          <a:lstStyle/>
          <a:p>
            <a:pPr algn="ctr"/>
            <a:r>
              <a:rPr lang="fr-FR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AFRITALENT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D50FC6C-D163-9455-4E27-B2D39F245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2438400"/>
            <a:ext cx="8676222" cy="1981199"/>
          </a:xfrm>
        </p:spPr>
        <p:txBody>
          <a:bodyPr>
            <a:noAutofit/>
          </a:bodyPr>
          <a:lstStyle/>
          <a:p>
            <a:r>
              <a:rPr lang="fr-FR" sz="2800" b="1" dirty="0">
                <a:solidFill>
                  <a:schemeClr val="tx1"/>
                </a:solidFill>
              </a:rPr>
              <a:t>Plateforme de mise en relation Freelances &amp; Entreprises</a:t>
            </a:r>
          </a:p>
          <a:p>
            <a:r>
              <a:rPr lang="fr-FR" sz="2800" b="1" dirty="0">
                <a:solidFill>
                  <a:schemeClr val="tx1"/>
                </a:solidFill>
              </a:rPr>
              <a:t>Étudiant : BA Mouhamed   </a:t>
            </a:r>
          </a:p>
          <a:p>
            <a:r>
              <a:rPr lang="fr-FR" sz="2800" b="1" dirty="0">
                <a:solidFill>
                  <a:schemeClr val="tx1"/>
                </a:solidFill>
              </a:rPr>
              <a:t>Professeur : Robert DIASSÉ</a:t>
            </a:r>
          </a:p>
        </p:txBody>
      </p:sp>
    </p:spTree>
    <p:extLst>
      <p:ext uri="{BB962C8B-B14F-4D97-AF65-F5344CB8AC3E}">
        <p14:creationId xmlns:p14="http://schemas.microsoft.com/office/powerpoint/2010/main" val="4876981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6E10D1-BA35-DEFC-FF21-C8C7B85D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9CEF2C-44BA-7051-7C50-0D7335ED9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6"/>
            <a:r>
              <a:rPr lang="fr-FR" sz="2400" b="1" dirty="0"/>
              <a:t>1. Présentation du projet</a:t>
            </a:r>
          </a:p>
          <a:p>
            <a:pPr lvl="6"/>
            <a:r>
              <a:rPr lang="fr-FR" sz="2400" b="1" dirty="0"/>
              <a:t>2. Choix de design</a:t>
            </a:r>
          </a:p>
          <a:p>
            <a:pPr lvl="6"/>
            <a:r>
              <a:rPr lang="fr-FR" sz="2400" b="1" dirty="0"/>
              <a:t>3. Architecture du site</a:t>
            </a:r>
          </a:p>
          <a:p>
            <a:pPr lvl="6"/>
            <a:r>
              <a:rPr lang="fr-FR" sz="2400" b="1" dirty="0"/>
              <a:t>4. Points techniques JS &amp; CSS</a:t>
            </a:r>
          </a:p>
          <a:p>
            <a:pPr lvl="6"/>
            <a:r>
              <a:rPr lang="fr-FR" sz="2400" b="1" dirty="0"/>
              <a:t>5. GitHub &amp; Déploiement</a:t>
            </a:r>
          </a:p>
          <a:p>
            <a:pPr lvl="6"/>
            <a:r>
              <a:rPr lang="fr-FR" sz="2400" b="1" dirty="0"/>
              <a:t>6. Difficultés &amp; Solutions</a:t>
            </a:r>
          </a:p>
          <a:p>
            <a:pPr lvl="6"/>
            <a:r>
              <a:rPr lang="fr-FR" sz="2400" b="1" dirty="0"/>
              <a:t>7. Ressources utilisées</a:t>
            </a:r>
          </a:p>
          <a:p>
            <a:pPr lvl="6"/>
            <a:r>
              <a:rPr lang="fr-FR" sz="2400" b="1" dirty="0"/>
              <a:t>8. Démonstration live</a:t>
            </a:r>
          </a:p>
          <a:p>
            <a:pPr lvl="6"/>
            <a:r>
              <a:rPr lang="fr-FR" sz="2400" b="1" dirty="0"/>
              <a:t>9. Conclusion &amp; Perspectives</a:t>
            </a:r>
          </a:p>
        </p:txBody>
      </p:sp>
    </p:spTree>
    <p:extLst>
      <p:ext uri="{BB962C8B-B14F-4D97-AF65-F5344CB8AC3E}">
        <p14:creationId xmlns:p14="http://schemas.microsoft.com/office/powerpoint/2010/main" val="12236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FD7ED5-6AAC-F613-12D7-7479AF8F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9C2A5C-FBB7-C4C4-D7D1-34D623C24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257300" lvl="3" indent="0">
              <a:buNone/>
            </a:pPr>
            <a:r>
              <a:rPr lang="fr-FR" sz="2400" b="1" dirty="0"/>
              <a:t>Contexte : Projet Semestre 2 IAGE - Création site vitrine responsive</a:t>
            </a:r>
          </a:p>
          <a:p>
            <a:pPr marL="1257300" lvl="3" indent="0">
              <a:buNone/>
            </a:pPr>
            <a:r>
              <a:rPr lang="fr-FR" sz="2400" b="1" dirty="0"/>
              <a:t>Objectif : Développer une plateforme qui valorise les talents africains</a:t>
            </a:r>
          </a:p>
          <a:p>
            <a:pPr marL="1257300" lvl="3" indent="0">
              <a:buNone/>
            </a:pPr>
            <a:r>
              <a:rPr lang="fr-FR" sz="2400" b="1" dirty="0"/>
              <a:t>Public cible : </a:t>
            </a:r>
          </a:p>
          <a:p>
            <a:pPr marL="1257300" lvl="3" indent="0">
              <a:buNone/>
            </a:pPr>
            <a:r>
              <a:rPr lang="fr-FR" sz="2400" b="1" dirty="0"/>
              <a:t>Freelances : Dev, Design, Marketing en Afrique</a:t>
            </a:r>
          </a:p>
          <a:p>
            <a:pPr marL="1257300" lvl="3" indent="0">
              <a:buNone/>
            </a:pPr>
            <a:r>
              <a:rPr lang="fr-FR" sz="2400" b="1" dirty="0"/>
              <a:t>Clients : Startups &amp; PME cherchant des compétences locales</a:t>
            </a:r>
          </a:p>
        </p:txBody>
      </p:sp>
    </p:spTree>
    <p:extLst>
      <p:ext uri="{BB962C8B-B14F-4D97-AF65-F5344CB8AC3E}">
        <p14:creationId xmlns:p14="http://schemas.microsoft.com/office/powerpoint/2010/main" val="38689057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82D384-3F29-656C-1CC6-4FBD6247A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Choix du design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F6C36D-0D78-474F-EFDB-CBD096349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143250" lvl="7" indent="0">
              <a:buNone/>
            </a:pPr>
            <a:r>
              <a:rPr lang="fr-FR" sz="2400" b="1" dirty="0"/>
              <a:t>Palette :</a:t>
            </a:r>
          </a:p>
          <a:p>
            <a:pPr marL="3143250" lvl="7" indent="0">
              <a:buNone/>
            </a:pPr>
            <a:r>
              <a:rPr lang="fr-FR" sz="2400" b="1" dirty="0"/>
              <a:t>🔵 #0D6EFD → Confiance, tech  </a:t>
            </a:r>
          </a:p>
          <a:p>
            <a:pPr marL="3143250" lvl="7" indent="0">
              <a:buNone/>
            </a:pPr>
            <a:r>
              <a:rPr lang="fr-FR" sz="2400" b="1" dirty="0"/>
              <a:t>🟡 #FFC107 → Énergie, </a:t>
            </a:r>
            <a:r>
              <a:rPr lang="fr-FR" sz="2400" b="1"/>
              <a:t>Afrique </a:t>
            </a:r>
          </a:p>
          <a:p>
            <a:pPr marL="3143250" lvl="7" indent="0">
              <a:buNone/>
            </a:pPr>
            <a:r>
              <a:rPr lang="fr-FR" sz="2400" b="1"/>
              <a:t> </a:t>
            </a:r>
            <a:r>
              <a:rPr lang="fr-FR" sz="2400" b="1" dirty="0"/>
              <a:t>⚫ #212529 → Texte lisible  </a:t>
            </a:r>
          </a:p>
          <a:p>
            <a:pPr marL="3143250" lvl="7" indent="0">
              <a:buNone/>
            </a:pPr>
            <a:r>
              <a:rPr lang="fr-FR" sz="2400" b="1" dirty="0"/>
              <a:t>⚪ #F8F9FA → Fond aéré</a:t>
            </a:r>
          </a:p>
          <a:p>
            <a:pPr lvl="7"/>
            <a:endParaRPr lang="fr-FR" dirty="0"/>
          </a:p>
          <a:p>
            <a:pPr marL="3143250" lvl="7" indent="0">
              <a:buNone/>
            </a:pPr>
            <a:r>
              <a:rPr lang="fr-FR" sz="2600" b="1" dirty="0"/>
              <a:t>Polices :</a:t>
            </a:r>
          </a:p>
          <a:p>
            <a:pPr marL="3143250" lvl="7" indent="0">
              <a:buNone/>
            </a:pPr>
            <a:r>
              <a:rPr lang="fr-FR" sz="2600" b="1" dirty="0"/>
              <a:t>Poppins Bold pour titres → Moderne, impactant  </a:t>
            </a:r>
          </a:p>
          <a:p>
            <a:pPr marL="3143250" lvl="7" indent="0">
              <a:buNone/>
            </a:pPr>
            <a:r>
              <a:rPr lang="fr-FR" sz="2600" b="1" dirty="0"/>
              <a:t>Inter Regular pour textes → Lecture optimale mobile</a:t>
            </a:r>
          </a:p>
        </p:txBody>
      </p:sp>
    </p:spTree>
    <p:extLst>
      <p:ext uri="{BB962C8B-B14F-4D97-AF65-F5344CB8AC3E}">
        <p14:creationId xmlns:p14="http://schemas.microsoft.com/office/powerpoint/2010/main" val="32759598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1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1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1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1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1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1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1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236A6A-B61F-FBED-7194-5A001DABC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Architecture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2D3091-4349-4740-E441-37C4CD89E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521290"/>
            <a:ext cx="8946541" cy="4195481"/>
          </a:xfrm>
        </p:spPr>
        <p:txBody>
          <a:bodyPr>
            <a:noAutofit/>
          </a:bodyPr>
          <a:lstStyle/>
          <a:p>
            <a:pPr lvl="7"/>
            <a:r>
              <a:rPr lang="fr-FR" sz="1600" b="1" dirty="0">
                <a:effectLst/>
              </a:rPr>
              <a:t>## 📁 Structure du projet</a:t>
            </a:r>
          </a:p>
          <a:p>
            <a:pPr lvl="7"/>
            <a:r>
              <a:rPr lang="fr-FR" sz="1600" b="1" dirty="0">
                <a:effectLst/>
              </a:rPr>
              <a:t>BA-MOUHAMED-AFRI-TALENT/</a:t>
            </a:r>
          </a:p>
          <a:p>
            <a:pPr lvl="7"/>
            <a:r>
              <a:rPr lang="fr-FR" sz="1600" b="1" dirty="0">
                <a:effectLst/>
              </a:rPr>
              <a:t>├── index.html       → Page d’accueil</a:t>
            </a:r>
          </a:p>
          <a:p>
            <a:pPr lvl="7"/>
            <a:r>
              <a:rPr lang="fr-FR" sz="1600" b="1" dirty="0">
                <a:effectLst/>
              </a:rPr>
              <a:t>├── freelances.html  → Catalogue des freelances</a:t>
            </a:r>
          </a:p>
          <a:p>
            <a:pPr lvl="7"/>
            <a:r>
              <a:rPr lang="fr-FR" sz="1600" b="1" dirty="0">
                <a:effectLst/>
              </a:rPr>
              <a:t>├── tarifs.html      → Plans et tarifs</a:t>
            </a:r>
          </a:p>
          <a:p>
            <a:pPr lvl="7"/>
            <a:r>
              <a:rPr lang="fr-FR" sz="1600" b="1" dirty="0">
                <a:effectLst/>
              </a:rPr>
              <a:t>├── about.html       → À propos</a:t>
            </a:r>
          </a:p>
          <a:p>
            <a:pPr lvl="7"/>
            <a:r>
              <a:rPr lang="fr-FR" sz="1600" b="1" dirty="0">
                <a:effectLst/>
              </a:rPr>
              <a:t>├── contact.html     → Formulaire de contact</a:t>
            </a:r>
          </a:p>
          <a:p>
            <a:pPr lvl="7"/>
            <a:r>
              <a:rPr lang="fr-FR" sz="1600" b="1" dirty="0">
                <a:effectLst/>
              </a:rPr>
              <a:t>├── </a:t>
            </a:r>
            <a:r>
              <a:rPr lang="fr-FR" sz="1600" b="1" dirty="0" err="1">
                <a:effectLst/>
              </a:rPr>
              <a:t>css</a:t>
            </a:r>
            <a:r>
              <a:rPr lang="fr-FR" sz="1600" b="1" dirty="0">
                <a:effectLst/>
              </a:rPr>
              <a:t>/</a:t>
            </a:r>
          </a:p>
          <a:p>
            <a:pPr lvl="7"/>
            <a:r>
              <a:rPr lang="fr-FR" sz="1600" b="1" dirty="0">
                <a:effectLst/>
              </a:rPr>
              <a:t>│   └── style.css   → Styles personnalisés</a:t>
            </a:r>
          </a:p>
          <a:p>
            <a:pPr lvl="7"/>
            <a:r>
              <a:rPr lang="fr-FR" sz="1600" b="1" dirty="0">
                <a:effectLst/>
              </a:rPr>
              <a:t>├── </a:t>
            </a:r>
            <a:r>
              <a:rPr lang="fr-FR" sz="1600" b="1" dirty="0" err="1">
                <a:effectLst/>
              </a:rPr>
              <a:t>js</a:t>
            </a:r>
            <a:r>
              <a:rPr lang="fr-FR" sz="1600" b="1" dirty="0">
                <a:effectLst/>
              </a:rPr>
              <a:t>/</a:t>
            </a:r>
          </a:p>
          <a:p>
            <a:pPr lvl="7"/>
            <a:r>
              <a:rPr lang="fr-FR" sz="1600" b="1" dirty="0">
                <a:effectLst/>
              </a:rPr>
              <a:t>│   └── main.js     → JavaScript</a:t>
            </a:r>
          </a:p>
          <a:p>
            <a:pPr lvl="7"/>
            <a:r>
              <a:rPr lang="fr-FR" sz="1600" b="1" dirty="0">
                <a:effectLst/>
              </a:rPr>
              <a:t>├── images/         → Images du projet</a:t>
            </a:r>
          </a:p>
          <a:p>
            <a:pPr lvl="7"/>
            <a:r>
              <a:rPr lang="fr-FR" sz="1600" b="1" dirty="0">
                <a:effectLst/>
              </a:rPr>
              <a:t>├── docs/           → Présentation PowerPoint</a:t>
            </a:r>
          </a:p>
          <a:p>
            <a:pPr lvl="7"/>
            <a:r>
              <a:rPr lang="fr-FR" sz="1600" b="1" dirty="0">
                <a:effectLst/>
              </a:rPr>
              <a:t>└── README.md       → Ce fichier</a:t>
            </a:r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85438026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FE4C86-297E-FF9E-FCF2-0A34624C8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925" y="0"/>
            <a:ext cx="9905998" cy="1905000"/>
          </a:xfrm>
        </p:spPr>
        <p:txBody>
          <a:bodyPr/>
          <a:lstStyle/>
          <a:p>
            <a:r>
              <a:rPr lang="fr-FR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Page du site</a:t>
            </a:r>
          </a:p>
        </p:txBody>
      </p:sp>
      <p:pic>
        <p:nvPicPr>
          <p:cNvPr id="5" name="Espace réservé du contenu 4" descr="Une image contenant texte, capture d’écran, Logiciel multimédia, vidéo&#10;&#10;Le contenu généré par l’IA peut être incorrect.">
            <a:extLst>
              <a:ext uri="{FF2B5EF4-FFF2-40B4-BE49-F238E27FC236}">
                <a16:creationId xmlns:a16="http://schemas.microsoft.com/office/drawing/2014/main" id="{788306E3-A162-DEED-2427-76EF7A50F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63" y="903383"/>
            <a:ext cx="5078776" cy="2941504"/>
          </a:xfrm>
        </p:spPr>
      </p:pic>
      <p:pic>
        <p:nvPicPr>
          <p:cNvPr id="7" name="Image 6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213D45F-CADE-A85E-8471-7C5161B99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03384"/>
            <a:ext cx="6074634" cy="2941504"/>
          </a:xfrm>
          <a:prstGeom prst="rect">
            <a:avLst/>
          </a:prstGeom>
        </p:spPr>
      </p:pic>
      <p:pic>
        <p:nvPicPr>
          <p:cNvPr id="9" name="Image 8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CE841247-552F-B4FE-3155-40BA79000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976" y="3999123"/>
            <a:ext cx="5212939" cy="285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498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31696-695C-CF2E-7757-01605CF33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Page du site</a:t>
            </a:r>
          </a:p>
        </p:txBody>
      </p:sp>
      <p:pic>
        <p:nvPicPr>
          <p:cNvPr id="5" name="Espace réservé du contenu 4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23A77F70-C13D-C36D-A36C-6509E0316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26255"/>
            <a:ext cx="5717753" cy="3745735"/>
          </a:xfrm>
        </p:spPr>
      </p:pic>
      <p:pic>
        <p:nvPicPr>
          <p:cNvPr id="11" name="Image 10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411E8A1-3B5B-F7BD-A719-75427FE16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089" y="2126255"/>
            <a:ext cx="6074635" cy="374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584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AB0871-0C94-5811-B20D-6B054E3EE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37" y="431453"/>
            <a:ext cx="9404723" cy="1400530"/>
          </a:xfrm>
        </p:spPr>
        <p:txBody>
          <a:bodyPr>
            <a:normAutofit/>
          </a:bodyPr>
          <a:lstStyle/>
          <a:p>
            <a:pPr algn="ctr"/>
            <a:r>
              <a:rPr lang="fr-FR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Points  technique -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D50015-8381-D9FD-A479-307B03068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400" b="1" dirty="0" err="1"/>
              <a:t>function</a:t>
            </a:r>
            <a:r>
              <a:rPr lang="fr-FR" sz="2400" b="1" dirty="0"/>
              <a:t> </a:t>
            </a:r>
            <a:r>
              <a:rPr lang="fr-FR" sz="2400" b="1" dirty="0" err="1"/>
              <a:t>filterFreelances</a:t>
            </a:r>
            <a:r>
              <a:rPr lang="fr-FR" sz="2400" b="1" dirty="0"/>
              <a:t>(</a:t>
            </a:r>
            <a:r>
              <a:rPr lang="fr-FR" sz="2400" b="1" dirty="0" err="1"/>
              <a:t>category</a:t>
            </a:r>
            <a:r>
              <a:rPr lang="fr-FR" sz="2400" b="1" dirty="0"/>
              <a:t>) {  </a:t>
            </a:r>
            <a:r>
              <a:rPr lang="fr-FR" sz="2400" b="1" dirty="0" err="1"/>
              <a:t>const</a:t>
            </a:r>
            <a:r>
              <a:rPr lang="fr-FR" sz="2400" b="1" dirty="0"/>
              <a:t> </a:t>
            </a:r>
            <a:r>
              <a:rPr lang="fr-FR" sz="2400" b="1" dirty="0" err="1"/>
              <a:t>cards</a:t>
            </a:r>
            <a:r>
              <a:rPr lang="fr-FR" sz="2400" b="1" dirty="0"/>
              <a:t> = </a:t>
            </a:r>
            <a:r>
              <a:rPr lang="fr-FR" sz="2400" b="1" dirty="0" err="1"/>
              <a:t>document.querySelectorAll</a:t>
            </a:r>
            <a:r>
              <a:rPr lang="fr-FR" sz="2400" b="1" dirty="0"/>
              <a:t>('.freelance-</a:t>
            </a:r>
            <a:r>
              <a:rPr lang="fr-FR" sz="2400" b="1" dirty="0" err="1"/>
              <a:t>card</a:t>
            </a:r>
            <a:r>
              <a:rPr lang="fr-FR" sz="2400" b="1" dirty="0"/>
              <a:t>');  </a:t>
            </a:r>
            <a:r>
              <a:rPr lang="fr-FR" sz="2400" b="1" dirty="0" err="1"/>
              <a:t>cards.forEach</a:t>
            </a:r>
            <a:r>
              <a:rPr lang="fr-FR" sz="2400" b="1" dirty="0"/>
              <a:t>(</a:t>
            </a:r>
            <a:r>
              <a:rPr lang="fr-FR" sz="2400" b="1" dirty="0" err="1"/>
              <a:t>card</a:t>
            </a:r>
            <a:r>
              <a:rPr lang="fr-FR" sz="2400" b="1" dirty="0"/>
              <a:t> =&gt; {    if(</a:t>
            </a:r>
            <a:r>
              <a:rPr lang="fr-FR" sz="2400" b="1" dirty="0" err="1"/>
              <a:t>category</a:t>
            </a:r>
            <a:r>
              <a:rPr lang="fr-FR" sz="2400" b="1" dirty="0"/>
              <a:t> === 'all' || </a:t>
            </a:r>
            <a:r>
              <a:rPr lang="fr-FR" sz="2400" b="1" dirty="0" err="1"/>
              <a:t>card.dataset.category</a:t>
            </a:r>
            <a:r>
              <a:rPr lang="fr-FR" sz="2400" b="1" dirty="0"/>
              <a:t> === </a:t>
            </a:r>
            <a:r>
              <a:rPr lang="fr-FR" sz="2400" b="1" dirty="0" err="1"/>
              <a:t>category</a:t>
            </a:r>
            <a:r>
              <a:rPr lang="fr-FR" sz="2400" b="1" dirty="0"/>
              <a:t>) {      </a:t>
            </a:r>
            <a:r>
              <a:rPr lang="fr-FR" sz="2400" b="1" dirty="0" err="1"/>
              <a:t>card.style.display</a:t>
            </a:r>
            <a:r>
              <a:rPr lang="fr-FR" sz="2400" b="1" dirty="0"/>
              <a:t> = 'block';    } </a:t>
            </a:r>
            <a:r>
              <a:rPr lang="fr-FR" sz="2400" b="1" dirty="0" err="1"/>
              <a:t>else</a:t>
            </a:r>
            <a:r>
              <a:rPr lang="fr-FR" sz="2400" b="1" dirty="0"/>
              <a:t> {      </a:t>
            </a:r>
            <a:r>
              <a:rPr lang="fr-FR" sz="2400" b="1" dirty="0" err="1"/>
              <a:t>card.style.display</a:t>
            </a:r>
            <a:r>
              <a:rPr lang="fr-FR" sz="2400" b="1" dirty="0"/>
              <a:t> = 'none';    }  });}Logique : Pas de rechargement → UX instantanée → +60% engagement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551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A3004C-873E-653F-F4D8-DF8798ABE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3200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Points techniques - Bootstrap &amp; 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A66524-A818-55D8-18A8-0F367B31A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531" y="2335576"/>
            <a:ext cx="9905998" cy="4329629"/>
          </a:xfrm>
        </p:spPr>
        <p:txBody>
          <a:bodyPr/>
          <a:lstStyle/>
          <a:p>
            <a:r>
              <a:rPr lang="fr-FR" sz="2400" b="1" dirty="0"/>
              <a:t>- </a:t>
            </a:r>
            <a:r>
              <a:rPr lang="fr-FR" sz="2400" b="1" dirty="0" err="1"/>
              <a:t>navbar</a:t>
            </a:r>
            <a:r>
              <a:rPr lang="fr-FR" sz="2400" b="1" dirty="0"/>
              <a:t>-expand-lg → Menu burger auto mobile</a:t>
            </a:r>
          </a:p>
          <a:p>
            <a:r>
              <a:rPr lang="fr-FR" sz="2400" b="1" dirty="0"/>
              <a:t>- Row col-md-4 → Grille 3 colonnes → 1 colonne mobile  </a:t>
            </a:r>
          </a:p>
          <a:p>
            <a:r>
              <a:rPr lang="fr-FR" sz="2400" b="1" dirty="0"/>
              <a:t>- modal → Pop-up formulaire contact</a:t>
            </a:r>
          </a:p>
          <a:p>
            <a:endParaRPr lang="fr-FR" sz="2400" b="1" dirty="0"/>
          </a:p>
          <a:p>
            <a:r>
              <a:rPr lang="fr-FR" sz="2400" b="1" dirty="0"/>
              <a:t>CSS Avancé : Freelance-</a:t>
            </a:r>
            <a:r>
              <a:rPr lang="fr-FR" sz="2400" b="1" dirty="0" err="1"/>
              <a:t>card</a:t>
            </a:r>
            <a:r>
              <a:rPr lang="fr-FR" sz="2400" b="1" dirty="0"/>
              <a:t> : </a:t>
            </a:r>
            <a:r>
              <a:rPr lang="fr-FR" sz="2400" b="1" dirty="0" err="1"/>
              <a:t>hover</a:t>
            </a:r>
            <a:r>
              <a:rPr lang="fr-FR" sz="2400" b="1" dirty="0"/>
              <a:t> {  </a:t>
            </a:r>
            <a:r>
              <a:rPr lang="fr-FR" sz="2400" b="1" dirty="0" err="1"/>
              <a:t>transform</a:t>
            </a:r>
            <a:r>
              <a:rPr lang="fr-FR" sz="2400" b="1" dirty="0"/>
              <a:t>: </a:t>
            </a:r>
            <a:r>
              <a:rPr lang="fr-FR" sz="2400" b="1" dirty="0" err="1"/>
              <a:t>translateY</a:t>
            </a:r>
            <a:r>
              <a:rPr lang="fr-FR" sz="2400" b="1" dirty="0"/>
              <a:t>(-8px);  box-</a:t>
            </a:r>
            <a:r>
              <a:rPr lang="fr-FR" sz="2400" b="1" dirty="0" err="1"/>
              <a:t>shadow</a:t>
            </a:r>
            <a:r>
              <a:rPr lang="fr-FR" sz="2400" b="1" dirty="0"/>
              <a:t>: 0 12px 24px </a:t>
            </a:r>
            <a:r>
              <a:rPr lang="fr-FR" sz="2400" b="1" dirty="0" err="1"/>
              <a:t>rgba</a:t>
            </a:r>
            <a:r>
              <a:rPr lang="fr-FR" sz="2400" b="1" dirty="0"/>
              <a:t>(13,110,253,0.15);  transition: 0.3s </a:t>
            </a:r>
            <a:r>
              <a:rPr lang="fr-FR" sz="2400" b="1" dirty="0" err="1"/>
              <a:t>ease</a:t>
            </a:r>
            <a:r>
              <a:rPr lang="fr-FR" sz="2400" b="1" dirty="0"/>
              <a:t>;} → Micro-interaction qui augmente le taux de clic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2653748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3953D1-5D04-8ACF-554B-6BE7A30A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 err="1">
                <a:solidFill>
                  <a:srgbClr val="92D050"/>
                </a:solidFill>
                <a:latin typeface="Algerian" panose="04020705040A02060702" pitchFamily="82" charset="0"/>
              </a:rPr>
              <a:t>Github</a:t>
            </a:r>
            <a:r>
              <a:rPr lang="fr-FR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 &amp; déploiement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FC9E97-44D7-14F8-B28E-D28DBC6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987" y="1994053"/>
            <a:ext cx="9905998" cy="4472848"/>
          </a:xfrm>
        </p:spPr>
        <p:txBody>
          <a:bodyPr>
            <a:normAutofit/>
          </a:bodyPr>
          <a:lstStyle/>
          <a:p>
            <a:r>
              <a:rPr lang="fr-FR" b="1" dirty="0"/>
              <a:t>Workflow Git :</a:t>
            </a:r>
          </a:p>
          <a:p>
            <a:r>
              <a:rPr lang="fr-FR" b="1" dirty="0"/>
              <a:t>1. 12 </a:t>
            </a:r>
            <a:r>
              <a:rPr lang="fr-FR" b="1" dirty="0" err="1"/>
              <a:t>commits</a:t>
            </a:r>
            <a:r>
              <a:rPr lang="fr-FR" b="1" dirty="0"/>
              <a:t> → feat:, fix:, style: conventionnels</a:t>
            </a:r>
          </a:p>
          <a:p>
            <a:r>
              <a:rPr lang="fr-FR" b="1" dirty="0"/>
              <a:t>2. git push </a:t>
            </a:r>
            <a:r>
              <a:rPr lang="fr-FR" b="1" dirty="0" err="1"/>
              <a:t>origin</a:t>
            </a:r>
            <a:r>
              <a:rPr lang="fr-FR" b="1" dirty="0"/>
              <a:t> main → Branche principale protégée</a:t>
            </a:r>
          </a:p>
          <a:p>
            <a:r>
              <a:rPr lang="fr-FR" b="1" dirty="0"/>
              <a:t>3. Déploiement auto via GitHub Pages</a:t>
            </a:r>
          </a:p>
          <a:p>
            <a:endParaRPr lang="fr-FR" b="1" dirty="0"/>
          </a:p>
          <a:p>
            <a:r>
              <a:rPr lang="fr-FR" b="1" dirty="0"/>
              <a:t>Liens :</a:t>
            </a:r>
          </a:p>
          <a:p>
            <a:r>
              <a:rPr lang="fr-FR" b="1" dirty="0"/>
              <a:t>Repo : http://github.com/mouhametb422-del/BA-MOUHAMED-AFRI-TALENT  </a:t>
            </a:r>
          </a:p>
          <a:p>
            <a:r>
              <a:rPr lang="fr-FR" b="1" dirty="0"/>
              <a:t>Site Live : http://mouhametb422-del.github.io/BA-MOUHAMED-AFRI-TALENT/  </a:t>
            </a:r>
          </a:p>
          <a:p>
            <a:r>
              <a:rPr lang="fr-FR" b="1" dirty="0"/>
              <a:t>Hébergement : 0€ | SSL inclus | 99.9% uptime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44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91606-8186-9212-020A-6CD3E3656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3200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Difficultés rencontrées </a:t>
            </a:r>
            <a:r>
              <a:rPr lang="fr-FR" sz="3200" b="1" u="sng" dirty="0">
                <a:solidFill>
                  <a:srgbClr val="92D050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  <a:latin typeface="Algerian" panose="04020705040A02060702" pitchFamily="82" charset="0"/>
              </a:rPr>
              <a:t>&amp; solutions</a:t>
            </a:r>
            <a:endParaRPr lang="fr-FR" sz="3200" b="1" u="sng" dirty="0">
              <a:solidFill>
                <a:srgbClr val="92D05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8C3C82-097F-D4D1-B4BA-51F805068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1. Problème : Le menu </a:t>
            </a:r>
            <a:r>
              <a:rPr lang="fr-FR" sz="2400" b="1" dirty="0" err="1"/>
              <a:t>offcanvas</a:t>
            </a:r>
            <a:r>
              <a:rPr lang="fr-FR" sz="2400" b="1" dirty="0"/>
              <a:t> Bootstrap restait ouvert après clic mobile  </a:t>
            </a:r>
          </a:p>
          <a:p>
            <a:r>
              <a:rPr lang="fr-FR" sz="2400" b="1" dirty="0"/>
              <a:t>Solution : Ajout data-bs-</a:t>
            </a:r>
            <a:r>
              <a:rPr lang="fr-FR" sz="2400" b="1" dirty="0" err="1"/>
              <a:t>dismiss</a:t>
            </a:r>
            <a:r>
              <a:rPr lang="fr-FR" sz="2400" b="1" dirty="0"/>
              <a:t>="</a:t>
            </a:r>
            <a:r>
              <a:rPr lang="fr-FR" sz="2400" b="1" dirty="0" err="1"/>
              <a:t>offcanvas</a:t>
            </a:r>
            <a:r>
              <a:rPr lang="fr-FR" sz="2400" b="1" dirty="0"/>
              <a:t>" sur chaque &lt;a&gt; + JS </a:t>
            </a:r>
            <a:r>
              <a:rPr lang="fr-FR" sz="2400" b="1" dirty="0" err="1"/>
              <a:t>bootstrap.Offcanvas.getInstance</a:t>
            </a:r>
            <a:r>
              <a:rPr lang="fr-FR" sz="2400" b="1" dirty="0"/>
              <a:t>().</a:t>
            </a:r>
            <a:r>
              <a:rPr lang="fr-FR" sz="2400" b="1" dirty="0" err="1"/>
              <a:t>hide</a:t>
            </a:r>
            <a:r>
              <a:rPr lang="fr-FR" sz="2400" b="1" dirty="0"/>
              <a:t>()</a:t>
            </a:r>
          </a:p>
          <a:p>
            <a:endParaRPr lang="fr-FR" sz="2400" b="1" dirty="0"/>
          </a:p>
          <a:p>
            <a:r>
              <a:rPr lang="fr-FR" sz="2400" b="1" dirty="0"/>
              <a:t>2. Problème : Photos freelances de ratios différents → </a:t>
            </a:r>
            <a:r>
              <a:rPr lang="fr-FR" sz="2400" b="1" dirty="0" err="1"/>
              <a:t>Layout</a:t>
            </a:r>
            <a:r>
              <a:rPr lang="fr-FR" sz="2400" b="1" dirty="0"/>
              <a:t> cassé  </a:t>
            </a:r>
          </a:p>
          <a:p>
            <a:r>
              <a:rPr lang="fr-FR" sz="2400" b="1" dirty="0"/>
              <a:t>Solution : CSS </a:t>
            </a:r>
            <a:r>
              <a:rPr lang="fr-FR" sz="2400" b="1" dirty="0" err="1"/>
              <a:t>object</a:t>
            </a:r>
            <a:r>
              <a:rPr lang="fr-FR" sz="2400" b="1" dirty="0"/>
              <a:t>-fit: cover; </a:t>
            </a:r>
            <a:r>
              <a:rPr lang="fr-FR" sz="2400" b="1" dirty="0" err="1"/>
              <a:t>width</a:t>
            </a:r>
            <a:r>
              <a:rPr lang="fr-FR" sz="2400" b="1" dirty="0"/>
              <a:t>: 100%; </a:t>
            </a:r>
            <a:r>
              <a:rPr lang="fr-FR" sz="2400" b="1" dirty="0" err="1"/>
              <a:t>height</a:t>
            </a:r>
            <a:r>
              <a:rPr lang="fr-FR" sz="2400" b="1" dirty="0"/>
              <a:t>: 220px; → Uniformisation auto</a:t>
            </a:r>
          </a:p>
        </p:txBody>
      </p:sp>
    </p:spTree>
    <p:extLst>
      <p:ext uri="{BB962C8B-B14F-4D97-AF65-F5344CB8AC3E}">
        <p14:creationId xmlns:p14="http://schemas.microsoft.com/office/powerpoint/2010/main" val="909498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F2D3E4-3EC0-D5E4-EFF4-8347AC4FF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Ressources et documentations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5DFF67-2F7A-AEB2-2877-A98DBF3BA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47500" lnSpcReduction="20000"/>
          </a:bodyPr>
          <a:lstStyle/>
          <a:p>
            <a:r>
              <a:rPr lang="fr-FR" sz="4200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📚 Documentation :</a:t>
            </a:r>
          </a:p>
          <a:p>
            <a:r>
              <a:rPr lang="fr-FR" sz="4000" b="1" dirty="0"/>
              <a:t>• MDN Web Docs → developer.mozilla.org                             </a:t>
            </a:r>
          </a:p>
          <a:p>
            <a:r>
              <a:rPr lang="fr-FR" sz="4000" b="1" dirty="0"/>
              <a:t>• W3Schools → w3schools.com</a:t>
            </a:r>
          </a:p>
          <a:p>
            <a:r>
              <a:rPr lang="fr-FR" sz="4000" b="1" dirty="0"/>
              <a:t>• Bootstrap Docs → getbootstrap.com</a:t>
            </a:r>
          </a:p>
          <a:p>
            <a:endParaRPr lang="fr-FR" sz="4000" b="1" dirty="0"/>
          </a:p>
          <a:p>
            <a:r>
              <a:rPr lang="fr-FR" sz="5100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🎨 Design &amp; Polices :</a:t>
            </a:r>
          </a:p>
          <a:p>
            <a:r>
              <a:rPr lang="fr-FR" sz="4000" b="1" dirty="0"/>
              <a:t>• Google Fonts → fonts.google.com</a:t>
            </a:r>
          </a:p>
          <a:p>
            <a:r>
              <a:rPr lang="fr-FR" sz="4000" b="1" dirty="0"/>
              <a:t>• Font </a:t>
            </a:r>
            <a:r>
              <a:rPr lang="fr-FR" sz="4000" b="1" dirty="0" err="1"/>
              <a:t>Awesome</a:t>
            </a:r>
            <a:r>
              <a:rPr lang="fr-FR" sz="4000" b="1" dirty="0"/>
              <a:t> → fontawesome.com</a:t>
            </a:r>
          </a:p>
          <a:p>
            <a:r>
              <a:rPr lang="fr-FR" sz="4000" b="1" dirty="0"/>
              <a:t>• </a:t>
            </a:r>
            <a:r>
              <a:rPr lang="fr-FR" sz="4000" b="1" dirty="0" err="1"/>
              <a:t>Unsplash</a:t>
            </a:r>
            <a:r>
              <a:rPr lang="fr-FR" sz="4000" b="1" dirty="0"/>
              <a:t> → unsplash.com </a:t>
            </a:r>
            <a:r>
              <a:rPr lang="fr-FR" sz="4000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(images)🛠️ Outils :</a:t>
            </a:r>
          </a:p>
          <a:p>
            <a:r>
              <a:rPr lang="fr-FR" sz="4000" b="1" dirty="0"/>
              <a:t>     • VS Code → éditeur de code</a:t>
            </a:r>
          </a:p>
          <a:p>
            <a:pPr lvl="1"/>
            <a:r>
              <a:rPr lang="fr-FR" sz="3800" b="1" dirty="0"/>
              <a:t>• Git &amp; GitHub → versionnage</a:t>
            </a:r>
          </a:p>
          <a:p>
            <a:pPr lvl="1"/>
            <a:r>
              <a:rPr lang="fr-FR" sz="3800" b="1" dirty="0"/>
              <a:t>• GitHub Pages → déploiement</a:t>
            </a:r>
          </a:p>
          <a:p>
            <a:pPr lvl="1"/>
            <a:r>
              <a:rPr lang="fr-FR" sz="3800" b="1" dirty="0"/>
              <a:t>• Live Server → test en local</a:t>
            </a:r>
          </a:p>
          <a:p>
            <a:pPr lvl="1"/>
            <a:endParaRPr lang="fr-FR" sz="3800" b="1" dirty="0"/>
          </a:p>
          <a:p>
            <a:pPr lvl="1"/>
            <a:r>
              <a:rPr lang="fr-FR" sz="3800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💡 Inspirations :</a:t>
            </a:r>
          </a:p>
          <a:p>
            <a:pPr lvl="1"/>
            <a:r>
              <a:rPr lang="fr-FR" sz="3800" b="1" dirty="0"/>
              <a:t>• Upwork.com</a:t>
            </a:r>
          </a:p>
          <a:p>
            <a:pPr lvl="1"/>
            <a:r>
              <a:rPr lang="fr-FR" sz="3800" b="1" dirty="0"/>
              <a:t>• Malt.fr</a:t>
            </a:r>
          </a:p>
          <a:p>
            <a:pPr lvl="1"/>
            <a:r>
              <a:rPr lang="fr-FR" sz="3800" b="1" dirty="0"/>
              <a:t>• Fiverr.com</a:t>
            </a:r>
          </a:p>
        </p:txBody>
      </p:sp>
    </p:spTree>
    <p:extLst>
      <p:ext uri="{BB962C8B-B14F-4D97-AF65-F5344CB8AC3E}">
        <p14:creationId xmlns:p14="http://schemas.microsoft.com/office/powerpoint/2010/main" val="26931307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EBCE02-297E-50B3-D473-2A0D4B21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92D050"/>
                </a:solidFill>
              </a:rPr>
              <a:t>             </a:t>
            </a:r>
            <a:r>
              <a:rPr lang="fr-FR" sz="3600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Démonstration live du site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6C5CF3-D576-3690-8637-15C33A140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400" b="1" dirty="0"/>
              <a:t>✅ Navigation entre les 5 pages</a:t>
            </a:r>
          </a:p>
          <a:p>
            <a:r>
              <a:rPr lang="fr-FR" sz="2400" b="1" dirty="0"/>
              <a:t>✅ Test du </a:t>
            </a:r>
            <a:r>
              <a:rPr lang="fr-FR" sz="2400" b="1" dirty="0" err="1"/>
              <a:t>dark</a:t>
            </a:r>
            <a:r>
              <a:rPr lang="fr-FR" sz="2400" b="1" dirty="0"/>
              <a:t> mode 🌙</a:t>
            </a:r>
          </a:p>
          <a:p>
            <a:r>
              <a:rPr lang="fr-FR" sz="2400" b="1" dirty="0"/>
              <a:t>✅ Test filtrage des freelances</a:t>
            </a:r>
          </a:p>
          <a:p>
            <a:r>
              <a:rPr lang="fr-FR" sz="2400" b="1" dirty="0"/>
              <a:t>✅ Test validation formulaire contact</a:t>
            </a:r>
          </a:p>
          <a:p>
            <a:r>
              <a:rPr lang="fr-FR" sz="2400" b="1" dirty="0"/>
              <a:t>✅ Test bouton retour en haut</a:t>
            </a:r>
          </a:p>
          <a:p>
            <a:r>
              <a:rPr lang="fr-FR" sz="2400" b="1" dirty="0"/>
              <a:t>✅ Test responsive mobile</a:t>
            </a:r>
          </a:p>
          <a:p>
            <a:endParaRPr lang="fr-FR" sz="2400" b="1" dirty="0"/>
          </a:p>
          <a:p>
            <a:r>
              <a:rPr lang="fr-FR" b="1" dirty="0"/>
              <a:t>🔗 Lien du site :</a:t>
            </a:r>
          </a:p>
          <a:p>
            <a:r>
              <a:rPr lang="fr-FR" b="1" u="sng" dirty="0">
                <a:effectLst/>
                <a:hlinkClick r:id="rId2"/>
              </a:rPr>
              <a:t>https://mouhametb422-del.github.io/BA-MOUHAMED-AFRI-TALENT/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5649172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4C2919-96AE-FFC7-CC4F-59D2B7AA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64D794-864B-4273-0217-47A28BF18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9125" y="1414964"/>
            <a:ext cx="8946541" cy="4890142"/>
          </a:xfrm>
        </p:spPr>
        <p:txBody>
          <a:bodyPr numCol="2">
            <a:noAutofit/>
          </a:bodyPr>
          <a:lstStyle/>
          <a:p>
            <a:r>
              <a:rPr lang="fr-FR" sz="2400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✅ Ce que j'ai réalisé :</a:t>
            </a:r>
          </a:p>
          <a:p>
            <a:pPr marL="0" indent="0">
              <a:buNone/>
            </a:pPr>
            <a:endParaRPr lang="fr-FR" sz="1200" b="1" dirty="0"/>
          </a:p>
          <a:p>
            <a:r>
              <a:rPr lang="fr-FR" sz="2400" b="1" dirty="0"/>
              <a:t>• 5 pages HTML complètes et responsive</a:t>
            </a:r>
          </a:p>
          <a:p>
            <a:r>
              <a:rPr lang="fr-FR" sz="2400" b="1" dirty="0"/>
              <a:t>• Design moderne avec palette cohérente</a:t>
            </a:r>
          </a:p>
          <a:p>
            <a:r>
              <a:rPr lang="fr-FR" sz="2400" b="1" dirty="0"/>
              <a:t>• 8 fonctionnalités JavaScript</a:t>
            </a:r>
          </a:p>
          <a:p>
            <a:r>
              <a:rPr lang="fr-FR" sz="2400" b="1" dirty="0"/>
              <a:t>• 10 </a:t>
            </a:r>
            <a:r>
              <a:rPr lang="fr-FR" sz="2400" b="1" dirty="0" err="1"/>
              <a:t>commits</a:t>
            </a:r>
            <a:r>
              <a:rPr lang="fr-FR" sz="2400" b="1" dirty="0"/>
              <a:t> Git structurés</a:t>
            </a:r>
          </a:p>
          <a:p>
            <a:r>
              <a:rPr lang="fr-FR" sz="2400" b="1" dirty="0"/>
              <a:t>• Site déployé sur GitHub Pages</a:t>
            </a:r>
            <a:endParaRPr lang="fr-FR" sz="2200" b="1" dirty="0"/>
          </a:p>
          <a:p>
            <a:pPr lvl="1"/>
            <a:r>
              <a:rPr lang="fr-FR" sz="2400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📚 Ce que j'ai appris :</a:t>
            </a:r>
          </a:p>
          <a:p>
            <a:pPr lvl="1"/>
            <a:r>
              <a:rPr lang="fr-FR" sz="2400" b="1" dirty="0"/>
              <a:t>• HTML5 sémantique</a:t>
            </a:r>
          </a:p>
          <a:p>
            <a:pPr lvl="1"/>
            <a:r>
              <a:rPr lang="fr-FR" sz="2400" b="1" dirty="0"/>
              <a:t>• CSS avancé et variables</a:t>
            </a:r>
          </a:p>
          <a:p>
            <a:pPr lvl="1"/>
            <a:r>
              <a:rPr lang="fr-FR" sz="2400" b="1" dirty="0"/>
              <a:t>• Bootstrap 5.3</a:t>
            </a:r>
          </a:p>
          <a:p>
            <a:pPr lvl="1"/>
            <a:r>
              <a:rPr lang="fr-FR" sz="2400" b="1" dirty="0"/>
              <a:t>• JavaScript </a:t>
            </a:r>
            <a:r>
              <a:rPr lang="fr-FR" sz="2400" b="1" dirty="0" err="1"/>
              <a:t>Vanilla</a:t>
            </a:r>
            <a:endParaRPr lang="fr-FR" sz="2400" b="1" dirty="0"/>
          </a:p>
          <a:p>
            <a:pPr lvl="1"/>
            <a:r>
              <a:rPr lang="fr-FR" sz="2400" b="1" dirty="0"/>
              <a:t>• Git &amp; GitHub</a:t>
            </a:r>
          </a:p>
          <a:p>
            <a:pPr lvl="1"/>
            <a:r>
              <a:rPr lang="fr-FR" sz="2400" b="1" dirty="0"/>
              <a:t>• Déploiement web</a:t>
            </a:r>
          </a:p>
        </p:txBody>
      </p:sp>
    </p:spTree>
    <p:extLst>
      <p:ext uri="{BB962C8B-B14F-4D97-AF65-F5344CB8AC3E}">
        <p14:creationId xmlns:p14="http://schemas.microsoft.com/office/powerpoint/2010/main" val="9484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24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18E6C4-63E8-A603-4AAF-FCF76110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>
                <a:solidFill>
                  <a:srgbClr val="92D050"/>
                </a:solidFill>
                <a:latin typeface="Algerian" panose="04020705040A02060702" pitchFamily="82" charset="0"/>
              </a:rPr>
              <a:t>PERSPECTIVES D’AMÉLIORATION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2D127A-4EF7-533B-AE24-1EBBC4B69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1. </a:t>
            </a:r>
            <a:r>
              <a:rPr lang="fr-FR" sz="2400" b="1" dirty="0" err="1"/>
              <a:t>Back-end</a:t>
            </a:r>
            <a:r>
              <a:rPr lang="fr-FR" sz="2400" b="1" dirty="0"/>
              <a:t> : PHP + MySQL → Vrais comptes + connexion</a:t>
            </a:r>
          </a:p>
          <a:p>
            <a:r>
              <a:rPr lang="fr-FR" sz="2400" b="1" dirty="0"/>
              <a:t>2. </a:t>
            </a:r>
            <a:r>
              <a:rPr lang="fr-FR" sz="2400" b="1" dirty="0" err="1"/>
              <a:t>Features</a:t>
            </a:r>
            <a:r>
              <a:rPr lang="fr-FR" sz="2400" b="1" dirty="0"/>
              <a:t> : Chat temps réel client/freelance + système notation</a:t>
            </a:r>
          </a:p>
          <a:p>
            <a:r>
              <a:rPr lang="fr-FR" sz="2400" b="1" dirty="0"/>
              <a:t>3. Monétisation : Commission 10% + Intégration </a:t>
            </a:r>
            <a:r>
              <a:rPr lang="fr-FR" sz="2400" b="1" dirty="0" err="1"/>
              <a:t>Wave</a:t>
            </a:r>
            <a:r>
              <a:rPr lang="fr-FR" sz="2400" b="1" dirty="0"/>
              <a:t>/Orange Money</a:t>
            </a:r>
          </a:p>
          <a:p>
            <a:r>
              <a:rPr lang="fr-FR" sz="2400" b="1" dirty="0"/>
              <a:t>Question ? Merci de votre attention	</a:t>
            </a:r>
          </a:p>
        </p:txBody>
      </p:sp>
    </p:spTree>
    <p:extLst>
      <p:ext uri="{BB962C8B-B14F-4D97-AF65-F5344CB8AC3E}">
        <p14:creationId xmlns:p14="http://schemas.microsoft.com/office/powerpoint/2010/main" val="3312232872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476</TotalTime>
  <Words>797</Words>
  <Application>Microsoft Office PowerPoint</Application>
  <PresentationFormat>Grand écran</PresentationFormat>
  <Paragraphs>120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Algerian</vt:lpstr>
      <vt:lpstr>Century Gothic</vt:lpstr>
      <vt:lpstr>Wingdings 3</vt:lpstr>
      <vt:lpstr>Ion</vt:lpstr>
      <vt:lpstr>AFRITALENT</vt:lpstr>
      <vt:lpstr>Sommaire</vt:lpstr>
      <vt:lpstr>Présentation du projet</vt:lpstr>
      <vt:lpstr>Choix du design </vt:lpstr>
      <vt:lpstr>Architecture</vt:lpstr>
      <vt:lpstr>Page du site</vt:lpstr>
      <vt:lpstr>Page du site</vt:lpstr>
      <vt:lpstr>Points  technique - javascript</vt:lpstr>
      <vt:lpstr>Points techniques - Bootstrap &amp; CSS</vt:lpstr>
      <vt:lpstr>Github &amp; déploiement</vt:lpstr>
      <vt:lpstr>Difficultés rencontrées &amp; solutions</vt:lpstr>
      <vt:lpstr>Ressources et documentations utilisées</vt:lpstr>
      <vt:lpstr>             Démonstration live du site</vt:lpstr>
      <vt:lpstr>Conclusion</vt:lpstr>
      <vt:lpstr>PERSPECTIVES D’AMÉLIORATION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Mouhamed BA</dc:creator>
  <cp:lastModifiedBy>Mouhamed BA</cp:lastModifiedBy>
  <cp:revision>1</cp:revision>
  <dcterms:created xsi:type="dcterms:W3CDTF">2026-06-28T12:55:26Z</dcterms:created>
  <dcterms:modified xsi:type="dcterms:W3CDTF">2026-06-28T20:55:41Z</dcterms:modified>
</cp:coreProperties>
</file>